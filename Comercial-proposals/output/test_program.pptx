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11932920" cy="54864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6528816"/>
            <a:ext cx="11932920" cy="54864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ЯПОНИЯ.  ТОКИО.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5A028"/>
                </a:solidFill>
                <a:latin typeface="Arial"/>
              </a:rPr>
              <a:t>ООО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Инсентив  ·  40 чел.  ·  3 дней  ·  отель 5*  ·  двухместное  ·  апрель 2026</a:t>
            </a:r>
          </a:p>
        </p:txBody>
      </p:sp>
      <p:pic>
        <p:nvPicPr>
          <p:cNvPr id="8" name="Picture 7" descr="toz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05278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0" y="6309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777777"/>
                </a:solidFill>
                <a:latin typeface="Arial"/>
              </a:rPr>
              <a:t>Destination Management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23444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5A028"/>
                </a:solidFill>
                <a:latin typeface="Arial"/>
              </a:rPr>
              <a:t>КОНЦЕПЦИЯ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Японский импульс: встреча традиций и технологий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C1C1E"/>
                </a:solidFill>
                <a:latin typeface="Arial"/>
              </a:rPr>
              <a:t>Япония — страна контрастов, где живут рядом тысячелетние храмы и кварталы неонового будущего.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1C1E"/>
                </a:solidFill>
                <a:latin typeface="Arial"/>
              </a:rPr>
              <a:t>Для вашей команды это не просто поездка — это опыт, который перезагружает мышление.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oz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05278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659282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Arial"/>
              </a:rPr>
              <a:t>TOZAI TOURS  |  DMC Japan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9728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5A028"/>
                </a:solidFill>
                <a:latin typeface="Arial"/>
              </a:rPr>
              <a:t>ПРОГРАММА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430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День 1. Прибытие в Токио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325880" cy="256032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УТРО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18872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Прилёт в аэропорт Ханэда. Встреча гидом, трансфер в отель. Заселение.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34640"/>
            <a:ext cx="1325880" cy="25603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ДЕНЬ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Первая прогулка по Гиндза.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434840"/>
            <a:ext cx="1325880" cy="2560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ВЕЧЕР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8912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Ужин в ресторане тэппаньяки.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oz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05278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00400" y="659282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Arial"/>
              </a:rPr>
              <a:t>TOZAI TOURS  |  DMC Japan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9728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5A028"/>
                </a:solidFill>
                <a:latin typeface="Arial"/>
              </a:rPr>
              <a:t>ПРОГРАММА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430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День 2. Токио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325880" cy="256032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УТРО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18872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Посещение храма Сэнсо-дзи.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34640"/>
            <a:ext cx="1325880" cy="25603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ДЕНЬ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Teamlab Borderless.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434840"/>
            <a:ext cx="1325880" cy="2560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ВЕЧЕР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8912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Ужин якинику на Сибуя.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oz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05278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00400" y="659282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Arial"/>
              </a:rPr>
              <a:t>TOZAI TOURS  |  DMC Japan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9728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5A028"/>
                </a:solidFill>
                <a:latin typeface="Arial"/>
              </a:rPr>
              <a:t>ПРОГРАММА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430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День 3. Отъезд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325880" cy="256032"/>
          </a:xfrm>
          <a:prstGeom prst="rect">
            <a:avLst/>
          </a:prstGeom>
          <a:solidFill>
            <a:srgbClr val="C5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УТРО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18872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Свободное время.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34640"/>
            <a:ext cx="1325880" cy="25603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ДЕНЬ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Шопинг в Синдзюку.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434840"/>
            <a:ext cx="1325880" cy="2560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4348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ВЕЧЕР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8912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Трансфер в аэропорт.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oz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05278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00400" y="659282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Arial"/>
              </a:rPr>
              <a:t>TOZAI TOURS  |  DMC Japan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09728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5A028"/>
                </a:solidFill>
                <a:latin typeface="Arial"/>
              </a:rPr>
              <a:t>РАЗМЕЩЕНИЕ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430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rial"/>
              </a:rPr>
              <a:t>Отели 5* — Токио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C1C1E"/>
                </a:solidFill>
                <a:latin typeface="Arial"/>
              </a:rPr>
              <a:t>Отель 5* в центре Токио, в пешей доступности от делового квартала.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777777"/>
                </a:solidFill>
                <a:latin typeface="Arial"/>
              </a:rPr>
              <a:t>Тип номеров:  DBL (двухместные)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77777"/>
                </a:solidFill>
                <a:latin typeface="Arial"/>
              </a:rPr>
              <a:t>Количество ночей:  2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77777"/>
                </a:solidFill>
                <a:latin typeface="Arial"/>
              </a:rPr>
              <a:t>Уровень:  5*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777777"/>
                </a:solidFill>
                <a:latin typeface="Arial"/>
              </a:rPr>
              <a:t>Количество номеров:  ~20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440680"/>
            <a:ext cx="11475720" cy="86868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4864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C1C1E"/>
                </a:solidFill>
                <a:latin typeface="Arial"/>
              </a:rPr>
              <a:t>Япония оставляет след. Ваша команда вернётся с зарядом на годы вперёд.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oz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63640"/>
            <a:ext cx="205278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0" y="659282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Arial"/>
              </a:rPr>
              <a:t>TOZAI TOURS  |  DMC Japan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